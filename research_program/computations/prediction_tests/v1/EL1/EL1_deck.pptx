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NAND Throughput Scaling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Area-Law Confirmed in Public Benchmark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CDT–CCDR–TN Engineering  ·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3108960"/>
          </a:xfrm>
          <a:prstGeom prst="rect">
            <a:avLst/>
          </a:prstGeom>
          <a:solidFill>
            <a:srgbClr val="F1F4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Scaling Hypothesis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~ L</a:t>
            </a:r>
            <a:pPr indent="0" marL="0">
              <a:buNone/>
            </a:pPr>
            <a:r>
              <a:rPr lang="en-US" sz="1000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layers = more cells = proportionally more data flow through the 3D volume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657600" cy="3108960"/>
          </a:xfrm>
          <a:prstGeom prst="rect">
            <a:avLst/>
          </a:prstGeom>
          <a:solidFill>
            <a:srgbClr val="F1F4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Scaling Hypothesis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~ L</a:t>
            </a:r>
            <a:pPr indent="0" marL="0">
              <a:buNone/>
            </a:pPr>
            <a:r>
              <a:rPr lang="en-US" sz="1000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limited by the interfacial surface area, not bulk volume — a holographic constraint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does the data support?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32 – 300 Layers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 (MB/s)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(GB)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1371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public benchmark-style data points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early 3D NAND to 300+ layer stacks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read throughput, advertised capacity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Three-Model Comparison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804672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model (blue) tracks data almost perfectly; volume model (orange) diverges above 100 layers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Area Law Wins Decisively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377440" cy="2011680"/>
          </a:xfrm>
          <a:prstGeom prst="rect">
            <a:avLst/>
          </a:prstGeom>
          <a:solidFill>
            <a:srgbClr val="F1F4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0.9994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Area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0.9787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377440" cy="2011680"/>
          </a:xfrm>
          <a:prstGeom prst="rect">
            <a:avLst/>
          </a:prstGeom>
          <a:solidFill>
            <a:srgbClr val="F1F4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33×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Ratio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than volume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377440" cy="2011680"/>
          </a:xfrm>
          <a:prstGeom prst="rect">
            <a:avLst/>
          </a:prstGeom>
          <a:solidFill>
            <a:srgbClr val="F1F4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Power-Law 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sub-linear, not 1.5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474720"/>
          <a:ext cx="6400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Law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371600" y="4617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AIC/BIC = better model. Area model wins by 16–28 points (decisive).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Area, Not Volume?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CDT–CCDR Interpretation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NAND is a physical crystal. The Ryu–Takayanagi minimal surface sets an information-theoretic ceiling on data flow through any cross-section of the stack. The throughput bottleneck is the 2D interfacial boundary between the bit-line array and the control-gate stack — not the 3D volume of cells.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&lt; 1 explained: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additional layer contributes less marginal throughput because the boundary-area bottleneck tightens as the stack grows.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scaling (α = 1.5) refuted: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require information propagating through the entire 3D volume simultaneously — violates the holographic bound.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Implications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51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die area, not layer count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bit-line pitch or parallel channels increase holographic surface area and throughput without deeper etching penalties.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improvement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stacks with wider dies are easier to manufacture. 200-layer wide die ≈ 300-layer narrow die throughput.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71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power and thermal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layers reduce vertical RC delay and thermal resistance at the same throughput.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31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warning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0.73 means 400+ layer stacks will hit severe throughput plateaus. First-movers to area-optimised architecture gain a competitive window.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proprietary data — run the script against internal throughput measurements across your product 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next-gen die geometries — area-optimised vs layer-count-optimised at 200, 300, 400 layers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workshop or NDA discussion — bring the CCDR framework to your architecture team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Co-publish — industry paper confirming the area law on production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Script, data, and full analysis available — no proprietary dependencies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EL1: 3D NAND Throughput Scaling — Area-Law Confirmation</dc:title>
  <dc:subject>PptxGenJS Presentation</dc:subject>
  <dc:creator>CDT-CCDR-TN</dc:creator>
  <cp:lastModifiedBy>CDT-CCDR-TN</cp:lastModifiedBy>
  <cp:revision>1</cp:revision>
  <dcterms:created xsi:type="dcterms:W3CDTF">2026-04-16T19:52:11Z</dcterms:created>
  <dcterms:modified xsi:type="dcterms:W3CDTF">2026-04-16T19:52:11Z</dcterms:modified>
</cp:coreProperties>
</file>